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VyaparDost AI — Paytm Build for India Hackathon, Track 1: Merchant Growth AI. Solo developer: Niveditha, AI Engineer.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problem: merchants have transaction data but no time, visibility, or staff to act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solution: VyaparDost AI is an autonomous, voice-first business partner riding on the existing Soundbox device.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Five-step autonomous loop: Detect, Speak, Approve, Execute, Track — all voice-first via the Soundbox.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Architecture: Sarvam (voice), Cognee (memory graph), n8n (orchestration), Soundbox+WhatsApp (touchpoints).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numbers: 84 lapsed customers, ₹27,400 recoverable revenue, 29 won back, 3.8x ROI.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Closing: VyaparDost AI maps directly to Track 1’s own language — business partner, beyond payments, trusted, scalable. Solo developer: Niveditha.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108960" cy="310896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1051560" cy="1051560"/>
          </a:xfrm>
          <a:prstGeom prst="ellipse">
            <a:avLst/>
          </a:prstGeom>
          <a:solidFill>
            <a:srgbClr val="F4A300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6366" y="1050646"/>
            <a:ext cx="504749" cy="50474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1965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 BUILD FOR INDIA — TRACK 1: MERCHANT GROWTH AI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3317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VyaparDost AI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52044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Zero-Touch AI Business Partner — converting passive Paytm transaction data into proactive revenue execution.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22960" y="4617720"/>
            <a:ext cx="2011680" cy="0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5989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Developer: 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Niveditha  </a:t>
            </a:r>
            <a:pPr indent="0" marL="0">
              <a:buNone/>
            </a:pPr>
            <a:r>
              <a:rPr lang="en-US" sz="1500" i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(AI Engineer)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Merchants have the data. They just never act on it.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383280" cy="3977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40280"/>
            <a:ext cx="868680" cy="86868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537" y="2466137"/>
            <a:ext cx="416966" cy="41696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291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Time to Look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84048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Kirana owners work 12–14 hours a day, alone. Opening a dashboard and reading a chart is a luxury they don’t have.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251960" y="1874520"/>
            <a:ext cx="3383280" cy="3977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2240280"/>
            <a:ext cx="868680" cy="86868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7857" y="2466137"/>
            <a:ext cx="416966" cy="41696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3291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Is Invisible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384048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customers quietly stop visiting. The merchant only feels the symptom — a slow week — long after the cause.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955280" y="1874520"/>
            <a:ext cx="3383280" cy="3977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75320" y="2240280"/>
            <a:ext cx="868680" cy="86868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1177" y="2466137"/>
            <a:ext cx="416966" cy="41696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75320" y="3291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One to Act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275320" y="384048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it means designing an offer and sending it — a full marketing job a one-person shop can’t staff.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0"/>
            <a:ext cx="4967935" cy="6858000"/>
          </a:xfrm>
          <a:prstGeom prst="rect">
            <a:avLst/>
          </a:prstGeom>
          <a:solidFill>
            <a:srgbClr val="12233D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1920240"/>
            <a:ext cx="2926080" cy="2926080"/>
          </a:xfrm>
          <a:prstGeom prst="ellipse">
            <a:avLst/>
          </a:prstGeom>
          <a:solidFill>
            <a:srgbClr val="1C7293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006840" y="2697480"/>
            <a:ext cx="1371600" cy="1371600"/>
          </a:xfrm>
          <a:prstGeom prst="ellipse">
            <a:avLst/>
          </a:prstGeom>
          <a:solidFill>
            <a:srgbClr val="F4A300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3456" y="305409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452360" y="43434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Speaks. Decides. Acts.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822960"/>
            <a:ext cx="6492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 business partner that talks to the merchant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14884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VyaparDost AI uses the Paytm Soundbox — a device already on the merchant’s counter — to proactively flag revenue opportunities, take action with one voice approval, and report results back, all without opening an app.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3794760"/>
            <a:ext cx="502920" cy="50292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" y="392551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34440" y="3813048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hidden revenue opportunities from transaction history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48640" y="4507992"/>
            <a:ext cx="502920" cy="50292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4638751"/>
            <a:ext cx="241402" cy="24140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34440" y="452628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Speaks to the merchant in their own language via Soundbox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5221224"/>
            <a:ext cx="502920" cy="50292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" y="5351983"/>
            <a:ext cx="241402" cy="24140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34440" y="5239512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only after a simple voice approval — zero typing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silent data to a completed sale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211580" y="2857500"/>
            <a:ext cx="97383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143000" y="2331720"/>
            <a:ext cx="1051560" cy="105156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6406" y="2605126"/>
            <a:ext cx="504749" cy="50474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901952" y="2221992"/>
            <a:ext cx="402336" cy="402336"/>
          </a:xfrm>
          <a:prstGeom prst="ellipse">
            <a:avLst/>
          </a:prstGeom>
          <a:solidFill>
            <a:srgbClr val="12233D"/>
          </a:solidFill>
          <a:ln w="19050">
            <a:solidFill>
              <a:srgbClr val="F7FAF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901952" y="2221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5478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3913632"/>
            <a:ext cx="20208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regulars haven’t visited in 2 weeks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48990" y="2331720"/>
            <a:ext cx="1051560" cy="105156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2396" y="2605126"/>
            <a:ext cx="504749" cy="504749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107942" y="2221992"/>
            <a:ext cx="402336" cy="402336"/>
          </a:xfrm>
          <a:prstGeom prst="ellipse">
            <a:avLst/>
          </a:prstGeom>
          <a:solidFill>
            <a:srgbClr val="12233D"/>
          </a:solidFill>
          <a:ln w="19050">
            <a:solidFill>
              <a:srgbClr val="F7FAFC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107942" y="2221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2891790" y="35478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Speak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2864358" y="3913632"/>
            <a:ext cx="20208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Soundbox alerts merchant in Hindi/Tamil/etc.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554980" y="2331720"/>
            <a:ext cx="1051560" cy="1051560"/>
          </a:xfrm>
          <a:prstGeom prst="ellipse">
            <a:avLst/>
          </a:prstGeom>
          <a:solidFill>
            <a:srgbClr val="F4A300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8386" y="2605126"/>
            <a:ext cx="504749" cy="504749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313932" y="2221992"/>
            <a:ext cx="402336" cy="402336"/>
          </a:xfrm>
          <a:prstGeom prst="ellipse">
            <a:avLst/>
          </a:prstGeom>
          <a:solidFill>
            <a:srgbClr val="12233D"/>
          </a:solidFill>
          <a:ln w="19050">
            <a:solidFill>
              <a:srgbClr val="F7FAFC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313932" y="2221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5097780" y="35478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5070348" y="3913632"/>
            <a:ext cx="20208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replies by voice: "Haan, bhej do"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7760970" y="2331720"/>
            <a:ext cx="1051560" cy="105156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4376" y="2605126"/>
            <a:ext cx="504749" cy="504749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8519922" y="2221992"/>
            <a:ext cx="402336" cy="402336"/>
          </a:xfrm>
          <a:prstGeom prst="ellipse">
            <a:avLst/>
          </a:prstGeom>
          <a:solidFill>
            <a:srgbClr val="12233D"/>
          </a:solidFill>
          <a:ln w="19050">
            <a:solidFill>
              <a:srgbClr val="F7FAFC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8519922" y="2221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7303770" y="35478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7276338" y="3913632"/>
            <a:ext cx="20208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sends localized WhatsApp offers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9966960" y="2331720"/>
            <a:ext cx="1051560" cy="105156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0366" y="2605126"/>
            <a:ext cx="504749" cy="504749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10725912" y="2221992"/>
            <a:ext cx="402336" cy="402336"/>
          </a:xfrm>
          <a:prstGeom prst="ellipse">
            <a:avLst/>
          </a:prstGeom>
          <a:solidFill>
            <a:srgbClr val="12233D"/>
          </a:solidFill>
          <a:ln w="19050">
            <a:solidFill>
              <a:srgbClr val="F7FAFC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10725912" y="2221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09760" y="35478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</a:t>
            </a:r>
            <a:endParaRPr lang="en-US" sz="1600" dirty="0"/>
          </a:p>
        </p:txBody>
      </p:sp>
      <p:sp>
        <p:nvSpPr>
          <p:cNvPr id="34" name="Text 27"/>
          <p:cNvSpPr txBox="1"/>
          <p:nvPr/>
        </p:nvSpPr>
        <p:spPr>
          <a:xfrm>
            <a:off x="9482328" y="3913632"/>
            <a:ext cx="20208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Soundbox chimes — revenue logged live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technologies, one autonomous loop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1A2F52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2194560"/>
            <a:ext cx="777240" cy="77724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5122" y="2396642"/>
            <a:ext cx="373075" cy="37307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31546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Sarvam AI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566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Vernacular ASR, TTS &amp; NLP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16052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natural voice dialogue through the Soundbox and writes localized customer offers.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10712" y="187452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1A2F52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25112" y="2194560"/>
            <a:ext cx="777240" cy="77724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7194" y="2396642"/>
            <a:ext cx="373075" cy="37307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93592" y="31546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Cognee</a:t>
            </a:r>
            <a:endParaRPr lang="en-US" sz="1550" dirty="0"/>
          </a:p>
        </p:txBody>
      </p:sp>
      <p:sp>
        <p:nvSpPr>
          <p:cNvPr id="14" name="Text 10"/>
          <p:cNvSpPr txBox="1"/>
          <p:nvPr/>
        </p:nvSpPr>
        <p:spPr>
          <a:xfrm>
            <a:off x="3593592" y="3566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Knowledge Base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3639312" y="416052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purchase frequency, basket size, churn windows and repeat-customer patterns.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72784" y="187452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1A2F52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187184" y="2194560"/>
            <a:ext cx="777240" cy="77724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9266" y="2396642"/>
            <a:ext cx="373075" cy="37307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55664" y="31546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n8n</a:t>
            </a:r>
            <a:endParaRPr lang="en-US" sz="1550" dirty="0"/>
          </a:p>
        </p:txBody>
      </p:sp>
      <p:sp>
        <p:nvSpPr>
          <p:cNvPr id="20" name="Text 15"/>
          <p:cNvSpPr txBox="1"/>
          <p:nvPr/>
        </p:nvSpPr>
        <p:spPr>
          <a:xfrm>
            <a:off x="6455664" y="3566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Orchestration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6501384" y="416052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customers, generates campaigns, dispatches WhatsApp messages, tracks responses.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9134856" y="187452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1A2F52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0049256" y="2194560"/>
            <a:ext cx="777240" cy="77724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1338" y="2396642"/>
            <a:ext cx="373075" cy="37307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317736" y="31546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Soundbox + WhatsApp</a:t>
            </a:r>
            <a:endParaRPr lang="en-US" sz="1550" dirty="0"/>
          </a:p>
        </p:txBody>
      </p:sp>
      <p:sp>
        <p:nvSpPr>
          <p:cNvPr id="26" name="Text 20"/>
          <p:cNvSpPr txBox="1"/>
          <p:nvPr/>
        </p:nvSpPr>
        <p:spPr>
          <a:xfrm>
            <a:off x="9317736" y="3566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&amp; Customer Touchpoints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9363456" y="416052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voice alerts to the merchant; localized offer delivery to lapsed customers.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IMPACT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Lakshmi Kirana Store — one week with VyaparDost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2240280"/>
            <a:ext cx="640080" cy="64008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2321" y="240670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017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7033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Lapsed regulars detected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19272" y="196596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56532" y="2240280"/>
            <a:ext cx="640080" cy="64008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2953" y="240670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10712" y="3017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₹27,400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3456432" y="37033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Recoverable revenue found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89904" y="196596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27164" y="2240280"/>
            <a:ext cx="640080" cy="64008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585" y="240670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181344" y="3017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3000" dirty="0"/>
          </a:p>
        </p:txBody>
      </p:sp>
      <p:sp>
        <p:nvSpPr>
          <p:cNvPr id="18" name="Text 13"/>
          <p:cNvSpPr txBox="1"/>
          <p:nvPr/>
        </p:nvSpPr>
        <p:spPr>
          <a:xfrm>
            <a:off x="6227064" y="37033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won back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860536" y="196596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797796" y="2240280"/>
            <a:ext cx="640080" cy="64008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4217" y="240670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951976" y="3017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3.8×</a:t>
            </a:r>
            <a:endParaRPr lang="en-US" sz="3000" dirty="0"/>
          </a:p>
        </p:txBody>
      </p:sp>
      <p:sp>
        <p:nvSpPr>
          <p:cNvPr id="23" name="Text 17"/>
          <p:cNvSpPr txBox="1"/>
          <p:nvPr/>
        </p:nvSpPr>
        <p:spPr>
          <a:xfrm>
            <a:off x="8997696" y="37033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ROI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4709160"/>
            <a:ext cx="10835640" cy="1417320"/>
          </a:xfrm>
          <a:prstGeom prst="roundRect">
            <a:avLst>
              <a:gd name="adj" fmla="val 6452"/>
            </a:avLst>
          </a:prstGeom>
          <a:solidFill>
            <a:srgbClr val="12233D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914400" y="4937760"/>
            <a:ext cx="10104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"Sharma-ji, that customer just returned — ₹340 recovered from your campaign."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914400" y="5440680"/>
            <a:ext cx="10104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ROI, spoken back to the merchant the moment it happens — via the Soundbox’s daily audio summary.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FITS THE BRIEF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Track 1: Merchant Growth AI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1A2F52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399" y="2005279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17830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"AI business partner"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2167128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VyaparDost is a partner that acts, not a tool the merchant must operate.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874520"/>
            <a:ext cx="502920" cy="502920"/>
          </a:xfrm>
          <a:prstGeom prst="ellipse">
            <a:avLst/>
          </a:prstGeom>
          <a:solidFill>
            <a:srgbClr val="1A2F52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2959" y="200527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858000" y="17830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"Think beyond payments"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6858000" y="2167128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transaction data, but delivers growth — marketing, retention, revenue.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520440"/>
            <a:ext cx="502920" cy="502920"/>
          </a:xfrm>
          <a:prstGeom prst="ellipse">
            <a:avLst/>
          </a:prstGeom>
          <a:solidFill>
            <a:srgbClr val="1A2F52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3651199"/>
            <a:ext cx="241402" cy="24140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34440" y="342900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"Trusted business copilot"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234440" y="3813048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needs the merchant’s voice approval — nothing happens silently.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172200" y="3520440"/>
            <a:ext cx="502920" cy="502920"/>
          </a:xfrm>
          <a:prstGeom prst="ellipse">
            <a:avLst/>
          </a:prstGeom>
          <a:solidFill>
            <a:srgbClr val="1A2F52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2959" y="3651199"/>
            <a:ext cx="241402" cy="24140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858000" y="342900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"Scalable for millions"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6858000" y="3813048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Rides on Soundbox — infrastructure already live in millions of shops.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48640" y="5257800"/>
            <a:ext cx="1106424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548640" y="54406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smarter dashboard. The growth employee every merchant needs but can’t afford to hire.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Developer: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Niveditha  </a:t>
            </a:r>
            <a:pPr indent="0" marL="0">
              <a:buNone/>
            </a:pPr>
            <a:r>
              <a:rPr lang="en-US" sz="1300" i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(AI Engineer)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2026-09-11T13:34:35Z</dcterms:created>
  <dcterms:modified xsi:type="dcterms:W3CDTF">2026-09-11T13:34:35Z</dcterms:modified>
</cp:coreProperties>
</file>